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2"/>
  </p:notesMasterIdLst>
  <p:handoutMasterIdLst>
    <p:handoutMasterId r:id="rId13"/>
  </p:handoutMasterIdLst>
  <p:sldIdLst>
    <p:sldId id="338" r:id="rId5"/>
    <p:sldId id="327" r:id="rId6"/>
    <p:sldId id="315" r:id="rId7"/>
    <p:sldId id="329" r:id="rId8"/>
    <p:sldId id="302" r:id="rId9"/>
    <p:sldId id="339" r:id="rId10"/>
    <p:sldId id="30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9" d="100"/>
          <a:sy n="69" d="100"/>
        </p:scale>
        <p:origin x="484" y="4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12/29/2023</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12/29/2023</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12/29/2023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12/29/2023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12/29/2023</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12/29/2023</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12/29/2023</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hyperlink" Target="abc" TargetMode="Externa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lstStyle/>
          <a:p>
            <a:r>
              <a:t>Teja Shanbhag</a:t>
            </a:r>
          </a:p>
          <a:p>
            <a:r>
              <a:t>STU6a5e75021491c1784575234</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a:normAutofit/>
          </a:bodyPr>
          <a:lstStyle/>
          <a:p>
            <a:r>
              <a:t>Project Title - CarDekho Dataset Trend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lstStyle/>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17" name="TextBox 16"/>
          <p:cNvSpPr txBox="1"/>
          <p:nvPr/>
        </p:nvSpPr>
        <p:spPr>
          <a:xfrm>
            <a:off x="1005840" y="1828800"/>
            <a:ext cx="10058400" cy="2743200"/>
          </a:xfrm>
          <a:prstGeom prst="rect">
            <a:avLst/>
          </a:prstGeom>
          <a:noFill/>
        </p:spPr>
        <p:txBody>
          <a:bodyPr wrap="square">
            <a:spAutoFit/>
          </a:bodyPr>
          <a:lstStyle/>
          <a:p>
            <a:pPr>
              <a:defRPr sz="2200" b="0"/>
            </a:pPr>
            <a:r>
              <a:t>To analyze used-car data from CarDekho and identify the major patterns affecting resale prices. The project examines manufacturing year, present price, kilometers driven, fuel type, seller type, transmission and ownership to generate useful insights for understanding the used-car market.</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822960" y="1645920"/>
            <a:ext cx="10424160" cy="4114800"/>
          </a:xfrm>
          <a:prstGeom prst="rect">
            <a:avLst/>
          </a:prstGeom>
          <a:noFill/>
        </p:spPr>
        <p:txBody>
          <a:bodyPr wrap="square">
            <a:spAutoFit/>
          </a:bodyPr>
          <a:lstStyle/>
          <a:p>
            <a:pPr>
              <a:defRPr sz="1800" b="0"/>
            </a:pPr>
            <a:r>
              <a:t>This project uses the CarDekho used-car dataset to perform data cleaning, exploratory data analysis and visualization. Duplicate records were identified and removed. The cleaned dataset contains 299 records and 9 columns. Python and Pandas were used for data handling, while Matplotlib was used to visualize pricing and market trends. The analysis compares selling prices across fuel type, seller type, transmission and ownership, and studies relationships between selling price, present price, vehicle age and kilometers driven.</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914400" y="1645920"/>
            <a:ext cx="10058400" cy="4114800"/>
          </a:xfrm>
          <a:prstGeom prst="rect">
            <a:avLst/>
          </a:prstGeom>
          <a:noFill/>
        </p:spPr>
        <p:txBody>
          <a:bodyPr wrap="square">
            <a:spAutoFit/>
          </a:bodyPr>
          <a:lstStyle/>
          <a:p>
            <a:pPr>
              <a:defRPr sz="2000" b="0"/>
            </a:pPr>
            <a:r>
              <a:t>• Used-car buyers – compare prices and understand market patterns</a:t>
            </a:r>
            <a:br/>
            <a:r>
              <a:t>• Car sellers and dealers – evaluate resale-price trends</a:t>
            </a:r>
            <a:br/>
            <a:r>
              <a:t>• Automotive analysts – study used-car market behavior</a:t>
            </a:r>
            <a:br/>
            <a:r>
              <a:t>• Automobile businesses – support pricing and inventory decisions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smtClean="0"/>
              <a:t>Technology Used</a:t>
            </a:r>
            <a:endParaRPr lang="en-US" dirty="0"/>
          </a:p>
        </p:txBody>
      </p:sp>
      <p:sp>
        <p:nvSpPr>
          <p:cNvPr id="17" name="TextBox 16"/>
          <p:cNvSpPr txBox="1"/>
          <p:nvPr/>
        </p:nvSpPr>
        <p:spPr>
          <a:xfrm>
            <a:off x="1097280" y="1554480"/>
            <a:ext cx="9601200" cy="4389120"/>
          </a:xfrm>
          <a:prstGeom prst="rect">
            <a:avLst/>
          </a:prstGeom>
          <a:noFill/>
        </p:spPr>
        <p:txBody>
          <a:bodyPr wrap="square">
            <a:spAutoFit/>
          </a:bodyPr>
          <a:lstStyle/>
          <a:p>
            <a:pPr>
              <a:defRPr sz="2200" b="0"/>
            </a:pPr>
            <a:r>
              <a:t>Python</a:t>
            </a:r>
            <a:br/>
            <a:r>
              <a:t>Pandas – data loading, cleaning and analysis</a:t>
            </a:r>
            <a:br/>
            <a:r>
              <a:t>Matplotlib – charts and visualizations</a:t>
            </a:r>
            <a:br/>
            <a:r>
              <a:t>Google Colab – project execution environment</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xmlns=""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p:txBody>
      </p:sp>
      <p:pic>
        <p:nvPicPr>
          <p:cNvPr id="31" name="Picture 30" descr="fuel_price.png"/>
          <p:cNvPicPr>
            <a:picLocks noChangeAspect="1"/>
          </p:cNvPicPr>
          <p:nvPr/>
        </p:nvPicPr>
        <p:blipFill>
          <a:blip r:embed="rId4"/>
          <a:stretch>
            <a:fillRect/>
          </a:stretch>
        </p:blipFill>
        <p:spPr>
          <a:xfrm>
            <a:off x="457200" y="1325880"/>
            <a:ext cx="5212080" cy="2057400"/>
          </a:xfrm>
          <a:prstGeom prst="rect">
            <a:avLst/>
          </a:prstGeom>
        </p:spPr>
      </p:pic>
      <p:pic>
        <p:nvPicPr>
          <p:cNvPr id="32" name="Picture 31" descr="transmission_price.png"/>
          <p:cNvPicPr>
            <a:picLocks noChangeAspect="1"/>
          </p:cNvPicPr>
          <p:nvPr/>
        </p:nvPicPr>
        <p:blipFill>
          <a:blip r:embed="rId5"/>
          <a:stretch>
            <a:fillRect/>
          </a:stretch>
        </p:blipFill>
        <p:spPr>
          <a:xfrm>
            <a:off x="6035040" y="1325880"/>
            <a:ext cx="5212080" cy="2057400"/>
          </a:xfrm>
          <a:prstGeom prst="rect">
            <a:avLst/>
          </a:prstGeom>
        </p:spPr>
      </p:pic>
      <p:pic>
        <p:nvPicPr>
          <p:cNvPr id="33" name="Picture 32" descr="seller_price.png"/>
          <p:cNvPicPr>
            <a:picLocks noChangeAspect="1"/>
          </p:cNvPicPr>
          <p:nvPr/>
        </p:nvPicPr>
        <p:blipFill>
          <a:blip r:embed="rId6"/>
          <a:stretch>
            <a:fillRect/>
          </a:stretch>
        </p:blipFill>
        <p:spPr>
          <a:xfrm>
            <a:off x="457200" y="3657600"/>
            <a:ext cx="5212080" cy="2057400"/>
          </a:xfrm>
          <a:prstGeom prst="rect">
            <a:avLst/>
          </a:prstGeom>
        </p:spPr>
      </p:pic>
      <p:pic>
        <p:nvPicPr>
          <p:cNvPr id="34" name="Picture 33" descr="price_relationship.png"/>
          <p:cNvPicPr>
            <a:picLocks noChangeAspect="1"/>
          </p:cNvPicPr>
          <p:nvPr/>
        </p:nvPicPr>
        <p:blipFill>
          <a:blip r:embed="rId7"/>
          <a:stretch>
            <a:fillRect/>
          </a:stretch>
        </p:blipFill>
        <p:spPr>
          <a:xfrm>
            <a:off x="6035040" y="3657600"/>
            <a:ext cx="5212080" cy="2057400"/>
          </a:xfrm>
          <a:prstGeom prst="rect">
            <a:avLst/>
          </a:prstGeom>
        </p:spPr>
      </p:pic>
      <p:sp>
        <p:nvSpPr>
          <p:cNvPr id="35" name="TextBox 34"/>
          <p:cNvSpPr txBox="1"/>
          <p:nvPr/>
        </p:nvSpPr>
        <p:spPr>
          <a:xfrm>
            <a:off x="502920" y="5897880"/>
            <a:ext cx="10972800" cy="594360"/>
          </a:xfrm>
          <a:prstGeom prst="rect">
            <a:avLst/>
          </a:prstGeom>
          <a:noFill/>
        </p:spPr>
        <p:txBody>
          <a:bodyPr wrap="square">
            <a:spAutoFit/>
          </a:bodyPr>
          <a:lstStyle/>
          <a:p>
            <a:pPr>
              <a:defRPr sz="1000" b="0"/>
            </a:pPr>
            <a:r>
              <a:t>Key results: dataset = 299 unique records; years = 2003–2018. Average selling price is highest for Diesel (₹10.10 lakh), Automatic transmission (₹9.07 lakh), and Dealer sales (₹6.63 lakh). Selling price has a strong positive relationship with present price (r=0.88).</a:t>
            </a:r>
          </a:p>
        </p:txBody>
      </p:sp>
      <p:sp>
        <p:nvSpPr>
          <p:cNvPr id="36" name="TextBox 35"/>
          <p:cNvSpPr txBox="1"/>
          <p:nvPr/>
        </p:nvSpPr>
        <p:spPr>
          <a:xfrm>
            <a:off x="7772400" y="6446520"/>
            <a:ext cx="3657600" cy="274320"/>
          </a:xfrm>
          <a:prstGeom prst="rect">
            <a:avLst/>
          </a:prstGeom>
          <a:noFill/>
        </p:spPr>
        <p:txBody>
          <a:bodyPr wrap="square">
            <a:spAutoFit/>
          </a:bodyPr>
          <a:lstStyle/>
          <a:p>
            <a:pPr>
              <a:defRPr sz="900" b="0"/>
            </a:pPr>
            <a:r>
              <a:t>Demo / GitHub Link: Add your actual project link here</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smtClean="0">
                <a:solidFill>
                  <a:schemeClr val="tx1"/>
                </a:solidFill>
              </a:rPr>
              <a:t>Thank you</a:t>
            </a:r>
            <a:endParaRPr lang="en-US" sz="4800" b="1" dirty="0">
              <a:solidFill>
                <a:schemeClr val="tx1"/>
              </a:solidFill>
            </a:endParaRP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549</TotalTime>
  <Words>36</Words>
  <Application>Microsoft Office PowerPoint</Application>
  <PresentationFormat>Widescreen</PresentationFormat>
  <Paragraphs>13</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hp</cp:lastModifiedBy>
  <cp:revision>73</cp:revision>
  <dcterms:created xsi:type="dcterms:W3CDTF">2021-07-11T13:13:15Z</dcterms:created>
  <dcterms:modified xsi:type="dcterms:W3CDTF">2023-12-29T05:01:43Z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